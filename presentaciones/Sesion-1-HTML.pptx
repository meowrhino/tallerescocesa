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eowrhino.github.io/tallerEscocesa/muestrario/01-web-que-se-explica.html" TargetMode="External"/><Relationship Id="rId3" Type="http://schemas.openxmlformats.org/officeDocument/2006/relationships/hyperlink" Target="https://meowrhino.github.io/tallerEscocesa/muestrario/04-cadaver-exquisito.html" TargetMode="External"/><Relationship Id="rId4" Type="http://schemas.openxmlformats.org/officeDocument/2006/relationships/hyperlink" Target="https://meowrhino.github.io/tallerEscocesa/muestrario/03-archivador-textos.html" TargetMode="External"/><Relationship Id="rId5" Type="http://schemas.openxmlformats.org/officeDocument/2006/relationships/hyperlink" Target="https://meowrhino.github.io/tallerEscocesa/muestrario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22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SESIÓN 1 DE 3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Inknut Antiqua"/>
              </a:rPr>
              <a:t>html: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Inknut Antiqua"/>
              </a:rPr>
              <a:t>lo que dice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Inknut Antiqua"/>
              </a:rPr>
              <a:t>qué es cada cosa</a:t>
            </a:r>
          </a:p>
          <a:p>
            <a:pPr>
              <a:lnSpc>
                <a:spcPct val="140000"/>
              </a:lnSpc>
              <a:spcBef>
                <a:spcPts val="260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Tres horas. Al final de hoy tienes dos páginas tuyas, enlazadas, con tu contenido de verdad — y publicadas en internet.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200">
                <a:solidFill>
                  <a:srgbClr val="8A8A8A"/>
                </a:solidFill>
                <a:latin typeface="Menlo"/>
              </a:rPr>
              <a:t>taller de web autogestionada · la escocesa · meowrhino.studio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EL PLAN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00:00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puesta a punto</a:t>
            </a:r>
            <a:r>
              <a:rPr sz="1100">
                <a:solidFill>
                  <a:srgbClr val="8A8A8A"/>
                </a:solidFill>
                <a:latin typeface="Menlo"/>
              </a:rPr>
              <a:t>     20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29968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00:20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webs hechas a mano</a:t>
            </a:r>
            <a:r>
              <a:rPr sz="1100">
                <a:solidFill>
                  <a:srgbClr val="8A8A8A"/>
                </a:solidFill>
                <a:latin typeface="Menlo"/>
              </a:rPr>
              <a:t>     10 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00:30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qué es el html</a:t>
            </a:r>
            <a:r>
              <a:rPr sz="1100">
                <a:solidFill>
                  <a:srgbClr val="8A8A8A"/>
                </a:solidFill>
                <a:latin typeface="Menlo"/>
              </a:rPr>
              <a:t>     15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71216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80944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00:45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las etiquetas</a:t>
            </a:r>
            <a:r>
              <a:rPr sz="1100">
                <a:solidFill>
                  <a:srgbClr val="8A8A8A"/>
                </a:solidFill>
                <a:latin typeface="Menlo"/>
              </a:rPr>
              <a:t>     30 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46704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56432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01:15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ejercicio 1 · tu portada</a:t>
            </a:r>
            <a:r>
              <a:rPr sz="1100">
                <a:solidFill>
                  <a:srgbClr val="8A8A8A"/>
                </a:solidFill>
                <a:latin typeface="Menlo"/>
              </a:rPr>
              <a:t>     30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22192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01:45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pausa</a:t>
            </a:r>
            <a:r>
              <a:rPr sz="1100">
                <a:solidFill>
                  <a:srgbClr val="8A8A8A"/>
                </a:solidFill>
                <a:latin typeface="Menlo"/>
              </a:rPr>
              <a:t>     15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297680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07408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02:00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la segunda página</a:t>
            </a:r>
            <a:r>
              <a:rPr sz="1100">
                <a:solidFill>
                  <a:srgbClr val="8A8A8A"/>
                </a:solidFill>
                <a:latin typeface="Menlo"/>
              </a:rPr>
              <a:t>     10 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7316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88289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02:10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ejercicio 2 · dos páginas</a:t>
            </a:r>
            <a:r>
              <a:rPr sz="1100">
                <a:solidFill>
                  <a:srgbClr val="8A8A8A"/>
                </a:solidFill>
                <a:latin typeface="Menlo"/>
              </a:rPr>
              <a:t>     30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248656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58384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02:40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publicarla ya</a:t>
            </a:r>
            <a:r>
              <a:rPr sz="1100">
                <a:solidFill>
                  <a:srgbClr val="8A8A8A"/>
                </a:solidFill>
                <a:latin typeface="Menlo"/>
              </a:rPr>
              <a:t>     10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724144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833872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02:50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cierre y encargo</a:t>
            </a:r>
            <a:r>
              <a:rPr sz="1100">
                <a:solidFill>
                  <a:srgbClr val="8A8A8A"/>
                </a:solidFill>
                <a:latin typeface="Menlo"/>
              </a:rPr>
              <a:t>     10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6199632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6A6418"/>
                </a:solidFill>
                <a:latin typeface="Menlo"/>
              </a:rPr>
              <a:t>PRÁCTICA · LO HACÉIS VOSOTRAS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6A6418"/>
                </a:solidFill>
                <a:latin typeface="Menlo"/>
              </a:rPr>
              <a:t>00:00 · 20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0A0A0A"/>
                </a:solidFill>
                <a:latin typeface="Inknut Antiqua"/>
              </a:rPr>
              <a:t>puesta a punto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33300A"/>
                </a:solidFill>
                <a:latin typeface="Iowan Old Style"/>
              </a:rPr>
              <a:t>Antes de escribir nada: el programa instalado, la carpeta abierta y la cuenta creada. Nadie sigue hasta que lo tenga todo el mundo.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00:00   ·   TRES COSAS Y YA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lo que hay que 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El programa donde se escribe. Es un editor de texto, como un Word pero para código. Gratis, en code.visualstudio.com.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Descarga, abre el archivo, arrastra a Aplicaciones. Nada más.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Copiadla del pendrive o descargadla de la web del taller. Ponla donde guardes tus cosas importantes, no en Descargas.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Gratis, sin tarjeta, en github.com. Hace falta al final de hoy para publicar.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Apunta la contraseña en un papel. Cada edición hay alguien que no puede entrar.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SI EL CORREO DE VERIFICACIÓN NO LLEGA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Mira en spam, y si no está, sigue sin cuenta: la creas en la pausa. No te quedes parada esperando.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00:00   ·   HACEDLO TODAS AHORA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abrir la carpeta, no el archivo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Archivo → Abrir carpeta, y eliges la carpeta entera. Nunca un archivo suelto.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Así ves toda tu web en la columna de la izquierda y puedes saltar entre archivos.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Doble clic en index.html. Arriba no pone https:// sino una ruta de tu ordenador: todavía es una web privada, solo tuya.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Coloca las dos ventanas lado a lado. Este bucle es el 90% del trabajo, hoy y siempre.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87000"/>
                </a:solidFill>
                <a:latin typeface="Menlo"/>
              </a:rPr>
              <a:t>NO SEGUIMOS HASTA QUE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A0A0A"/>
                </a:solidFill>
                <a:latin typeface="Iowan Old Style"/>
              </a:rPr>
              <a:t>Todo el mundo haya cambiado una palabra del h1, guardado, recargado y visto el cambio. Una vez. Levanta la mano quien lo tenga.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abrir la carpeta, no el archivo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874519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4721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VS Code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 ↓  guardas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Navegador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 ↓  recargas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Ves el cambio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00:00   ·   APUNTE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vs code y github, separados a propósito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VS Code tiene un botón para conectarse a GitHub y subir cambios sin salir del programa. Hoy no lo usamos, y es una decisión.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Se aprende primero el camino largo —editar aquí, subir por la web— porque es el que deja ver qué está pasando: una carpeta tuya, y una copia en un servidor.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Cuando ese camino te aburra, que te aburrirá, el atajo está en el panel Control de código fuente de VS Code. Es un botón, no una terminal.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Pero para entonces ya sabrás qué hace, y si se rompe sabrás por qué.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8A8A8A"/>
                </a:solidFill>
                <a:latin typeface="Menlo"/>
              </a:rPr>
              <a:t>TEORÍA · LO EXPLICO YO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00:20 · 10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webs hechas a mano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Miramos webs de artistas por dentro, con el inspector abierto. Y nos presentamos.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00:20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una web es una carpeta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No hay nada más. Ni servidores misteriosos, ni una empresa detrás, ni una suscripción. Archivos de texto dentro de una carpeta.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En cualquier web que te guste: botón derecho → Inspeccionar. Eso que sale es todo lo que hay.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Si mueves la carpeta entera, la web sigue funcionando. Si sacas un archivo de dentro, se rompe.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una web es una carpeta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269748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2295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mi-web/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├── index.html      ← la portada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├── proyectos.html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├── cv.html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├── estilo.css      ← el aspecto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└── img/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  ├── obra-1.jpg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  └── retrato.jpg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8A8A8A"/>
                </a:solidFill>
                <a:latin typeface="Menlo"/>
              </a:rPr>
              <a:t>TEORÍA · LO EXPLICO YO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00:30 · 15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qué es el html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Antes de escribir una sola etiqueta: qué es esto y qué hace exactamente.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00:30   ·   EL CONCEPTO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html no dibuja: estructura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HTML son las siglas de HyperText Markup Language. Lo importante es la palabra del medio: markup, marcado. No es un lenguaje de programación — no calcula, no decide, no tiene memoria.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Lo único que hace es marcar un texto diciendo qué es cada parte.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El navegador no sabe qué es cada línea. Lo pinta todo seguido, igual.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Ahora sí. Y con esa información puede jerarquizarlo, y un lector de pantalla puede leerlo con sentido.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87000"/>
                </a:solidFill>
                <a:latin typeface="Menlo"/>
              </a:rPr>
              <a:t>LA FRASE DE HOY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A0A0A"/>
                </a:solidFill>
                <a:latin typeface="Iowan Old Style"/>
              </a:rPr>
              <a:t>El HTML dice qué es cada cosa. El CSS dice cómo se ve. Hoy solo hacemos lo primero: va a quedar feo, y está bien que quede feo.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html no dibuja: estructura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60020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Rita Mestre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Trabajo con cerámica y sonido.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Cámaras sordas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2026 · Gres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html no dibuja: estructura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60020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&lt;h1&gt;Rita Mestre&lt;/h1&gt;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&lt;p&gt;Trabajo con cerámica y sonido.&lt;/p&gt;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&lt;h3&gt;Cámaras sordas&lt;/h3&gt;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&lt;p&gt;2026 · Gres&lt;/p&gt;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00:30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tres cosas que hay que creerse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La carpeta es la web. Si la mueves entera, sigue funcionando. Si sacas un archivo de dentro, se rompe.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index.html es la portada. Ese nombre exacto: es el que busca el servidor cuando alguien entra sin pedir ninguna página concreta.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img/obra.jpg significa «dentro de mi carpeta». Una imagen que esté en tu escritorio se ve en tu ordenador y en ningún otro sitio del mundo.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NOMBRES DE ARCHIVO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Sin espacios, sin acentos, sin ñ, sin mayúsculas. Foto Taller.JPG falla al publicar; foto-taller.jpg no. Para un servidor, .jpg y .JPG son archivos distintos. En tu Mac funciona y al publicar deja de funcionar. Es el fallo número uno del taller.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00:30   ·   POR QUÉ SEPARAR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por qué el contenido va aparte del aspecto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Porque el contenido dura y el aspecto cambia. Dentro de cinco años querrás otra tipografía y otros colores, pero tu bio y tus proyectos serán los mismos.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Si están separados, rediseñas la web entera tocando un solo archivo. Lo verás en la sesión 2: el mismo HTML, cuatro webs.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Y porque hay lectores que no son ojos: buscadores, lectores de pantalla, el modo lectura del móvil. Todos leen la estructura.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Un &lt;h1&gt; escrito como &lt;h1&gt; es un título para todo el mundo. Un texto puesto grande a mano solo lo es para quien lo 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8A8A8A"/>
                </a:solidFill>
                <a:latin typeface="Menlo"/>
              </a:rPr>
              <a:t>TEORÍA · LO EXPLICO YO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00:45 · 30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las etiquetas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Escribo en directo y me seguís. Despacio. Sin empezar todavía con vuestro contenido.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las etiquetas van en pareja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Lo que escribes entre medias es lo que se ve. Y lo que anides dentro, se cierra dentro: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las etiquetas van en pareja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05156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649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&lt;p&gt;Esto es un párrafo.&lt;/p&gt;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↑ abre                ↑ cierra (lleva barra)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las etiquetas van en pareja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60020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&lt;article&gt;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&lt;h3&gt;Cámaras sordas&lt;/h3&gt;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&lt;p&gt;2026 · Gres y grabaciones de campo&lt;/p&gt;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&lt;/article&gt;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   ·   EL ESQUELETO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la estructura de una página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head es lo que no se ve. body es lo que sí.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la estructura de una página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434340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3941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&lt;!DOCTYPE html&gt;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&lt;html lang="es"&gt;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&lt;head&gt;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&lt;meta charset="UTF-8"&gt;                     acentos y ñ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&lt;meta name="viewport" content="width=device-width, initial-scale=1"&gt;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&lt;title&gt;Rita Mestre&lt;/title&gt;                la pestaña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&lt;link rel="stylesheet" href="estilo.css"&gt; el aspecto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&lt;/head&gt;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&lt;body&gt;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&lt;header&gt; tu nombre y el menú &lt;/header&gt;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&lt;main&gt;   el contenido de esta página &lt;/main&gt;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&lt;footer&gt; contacto, créditos &lt;/footer&gt;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&lt;/body&gt;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&lt;/html&gt;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títulos y párrafos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UN SOLO H1 POR PÁGINA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h1 a h6 es jerarquía, no tamaño. El tamaño se decide luego, en el CSS. No uses un h4 porque quieras letra pequeña.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títulos y párrafos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2148839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7465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&lt;h1&gt;Rita Mestre&lt;/h1&gt;          el título principal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&lt;h2&gt;Proyectos&lt;/h2&gt;            un apartado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&lt;h3&gt;Cámaras sordas&lt;/h3&gt;       algo dentro del apartado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&lt;p&gt;Un párrafo.&lt;/p&gt;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&lt;p&gt;Otro párrafo, con otra idea.&lt;/p&gt;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enlaces e imágenes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href es a dónde va. Para una web de fuera hace falta el https:// delante.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src es dónde está el archivo. img/ significa dentro de tu carpeta.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img no lleva etiqueta de cierre. Es de las pocas.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87000"/>
                </a:solidFill>
                <a:latin typeface="Menlo"/>
              </a:rPr>
              <a:t>EL ALT NO ES OPCIONAL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A0A0A"/>
                </a:solidFill>
                <a:latin typeface="Iowan Old Style"/>
              </a:rPr>
              <a:t>Lo lee en voz alta un lector de pantalla y aparece si la imagen no carga. Descríbela como se la describirías por teléfono a alguien.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enlaces e imágenes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874519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4721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&lt;a href="cv.html"&gt;CV&lt;/a&gt;                      a otra página tuya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&lt;a href="https://neocities.org"&gt;Neocities&lt;/a&gt;  a otra web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&lt;a href="mailto:rita@ejemplo.com"&gt;Escríbeme&lt;/a&gt;  abre el correo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&lt;img src="img/obra-1.jpg" alt="Cinco piezas de gres"&gt;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6A6418"/>
                </a:solidFill>
                <a:latin typeface="Menlo"/>
              </a:rPr>
              <a:t>PRÁCTICA · LO HACÉIS VOSOTRAS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6A6418"/>
                </a:solidFill>
                <a:latin typeface="Menlo"/>
              </a:rPr>
              <a:t>01:15 · 30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0A0A0A"/>
                </a:solidFill>
                <a:latin typeface="Inknut Antiqua"/>
              </a:rPr>
              <a:t>ejercicio 1 · tu portada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33300A"/>
                </a:solidFill>
                <a:latin typeface="Iowan Old Style"/>
              </a:rPr>
              <a:t>Ahora con vuestro contenido de verdad. Nada de texto de relleno. Yo doy vueltas por la sala.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EJERCICIO 1   ·   30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tu portada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1000"/>
              </a:spcBef>
              <a:spcAft>
                <a:spcPts val="400"/>
              </a:spcAft>
            </a:pPr>
            <a:r>
              <a:rPr sz="1000" b="0" i="0" spc="500">
                <a:solidFill>
                  <a:srgbClr val="8A7C14"/>
                </a:solidFill>
                <a:latin typeface="Menlo"/>
              </a:rPr>
              <a:t>HAY QUE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Tu nombre en el h1 y en el title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Tu bio en dos o tres p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Una imagen con su alt escrito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Tu correo en el pie con mailto: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Los comentarios de instrucciones borrados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400"/>
              </a:spcAft>
            </a:pPr>
            <a:r>
              <a:rPr sz="1000" b="0" i="0" spc="500">
                <a:solidFill>
                  <a:srgbClr val="8A7C14"/>
                </a:solidFill>
                <a:latin typeface="Menlo"/>
              </a:rPr>
              <a:t>PUEDES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Un enlace a otra web tuya o que admires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strong y em dentro de la bio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Una segunda imagen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Una lista con ul y li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Cambiar background-color en el CSS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400"/>
              </a:spcAft>
            </a:pPr>
            <a:r>
              <a:rPr sz="1000" b="0" i="0" spc="500">
                <a:solidFill>
                  <a:srgbClr val="8A7C14"/>
                </a:solidFill>
                <a:latin typeface="Menlo"/>
              </a:rPr>
              <a:t>PODRÍAS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figure con figcaption de pie de foto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Un favicon y una meta description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Un iframe de Vimeo o Bandcamp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loading="lazy" en las imágenes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SI HAS PEGADO TEXTO DESDE WORD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Mira las comillas y los guiones: vienen curvados y a veces rompen el código. Bórralos y reescríbelos a mano.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EJERCICIOS 1 Y 2   ·   LO QUE PUEDES USAR 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caja de herramientas · 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3480"/>
              </a:lnSpc>
              <a:spcBef>
                <a:spcPts val="0"/>
              </a:spcBef>
              <a:spcAft>
                <a:spcPts val="749"/>
              </a:spcAft>
            </a:pPr>
            <a:r>
              <a:rPr sz="1248" b="0" i="0">
                <a:solidFill>
                  <a:srgbClr val="444444"/>
                </a:solidFill>
                <a:latin typeface="Iowan Old Style"/>
              </a:rPr>
              <a:t>Todo lo que sabes escribir a estas alturas del día. Lo de la derecha no hace falta hoy, pero está ahí para cuando quieras.</a:t>
            </a:r>
          </a:p>
          <a:p>
            <a:pPr>
              <a:lnSpc>
                <a:spcPct val="133480"/>
              </a:lnSpc>
              <a:spcBef>
                <a:spcPts val="0"/>
              </a:spcBef>
              <a:spcAft>
                <a:spcPts val="749"/>
              </a:spcAft>
            </a:pPr>
            <a:r>
              <a:rPr sz="1248" b="0" i="0">
                <a:solidFill>
                  <a:srgbClr val="444444"/>
                </a:solidFill>
                <a:latin typeface="Iowan Old Style"/>
              </a:rPr>
              <a:t>cada una explicada, con todas sus opciones, en el chuletón</a:t>
            </a:r>
          </a:p>
          <a:p>
            <a:pPr>
              <a:lnSpc>
                <a:spcPct val="117500"/>
              </a:lnSpc>
              <a:spcBef>
                <a:spcPts val="1000"/>
              </a:spcBef>
              <a:spcAft>
                <a:spcPts val="332"/>
              </a:spcAft>
            </a:pPr>
            <a:r>
              <a:rPr sz="950" b="0" i="0" spc="500">
                <a:solidFill>
                  <a:srgbClr val="8A8A8A"/>
                </a:solidFill>
                <a:latin typeface="Menlo"/>
              </a:rPr>
              <a:t>ESENCIALES</a:t>
            </a:r>
          </a:p>
          <a:p>
            <a:pPr>
              <a:lnSpc>
                <a:spcPct val="145700"/>
              </a:lnSpc>
              <a:spcBef>
                <a:spcPts val="0"/>
              </a:spcBef>
              <a:spcAft>
                <a:spcPts val="499"/>
              </a:spcAft>
            </a:pPr>
            <a:r>
              <a:rPr sz="998" b="0" i="0">
                <a:solidFill>
                  <a:srgbClr val="0A0A0A"/>
                </a:solidFill>
                <a:latin typeface="Menlo"/>
              </a:rPr>
              <a:t>&lt;h1&gt; … &lt;h6&gt;   ·   &lt;p&gt;   ·   &lt;br&gt;   ·   &lt;hr&gt;   ·   &lt;strong&gt;   ·   &lt;em&gt;   ·   &lt;small&gt;   ·   &lt;ul&gt; &lt;li&gt;   ·   &lt;ol&gt;   ·   &lt;a href="pagina.html"&gt;   ·   &lt;a href="https://…"&gt;   ·   &lt;a href="mailto:…"&gt;   ·   &lt;img src alt&gt;   ·   &lt;header&gt;   ·   &lt;nav&gt;   ·   &lt;main&gt;   ·   &lt;footer&gt;   ·   &lt;article&gt;   ·   &lt;title&gt;   ·   &lt;!-- comentario --&gt;   ·   class="…"</a:t>
            </a:r>
          </a:p>
          <a:p>
            <a:pPr>
              <a:lnSpc>
                <a:spcPct val="117500"/>
              </a:lnSpc>
              <a:spcBef>
                <a:spcPts val="1000"/>
              </a:spcBef>
              <a:spcAft>
                <a:spcPts val="332"/>
              </a:spcAft>
            </a:pPr>
            <a:r>
              <a:rPr sz="950" b="0" i="0" spc="500">
                <a:solidFill>
                  <a:srgbClr val="8A8A8A"/>
                </a:solidFill>
                <a:latin typeface="Menlo"/>
              </a:rPr>
              <a:t>AVANZADAS</a:t>
            </a:r>
          </a:p>
          <a:p>
            <a:pPr>
              <a:lnSpc>
                <a:spcPct val="145700"/>
              </a:lnSpc>
              <a:spcBef>
                <a:spcPts val="0"/>
              </a:spcBef>
              <a:spcAft>
                <a:spcPts val="499"/>
              </a:spcAft>
            </a:pPr>
            <a:r>
              <a:rPr sz="998" b="0" i="0">
                <a:solidFill>
                  <a:srgbClr val="0A0A0A"/>
                </a:solidFill>
                <a:latin typeface="Menlo"/>
              </a:rPr>
              <a:t>&lt;figure&gt; &lt;figcaption&gt;   ·   &lt;details&gt; &lt;summary&gt;   ·   &lt;iframe&gt;   ·   &lt;video&gt;   ·   &lt;audio&gt;   ·   &lt;a download&gt;   ·   &lt;a href="#ancla"&gt;   ·   id="…"   ·   loading="lazy"   ·   width · height   ·   &lt;mark&gt;   ·   &lt;blockquote&gt;   ·   favicon   ·   meta description   ·   target="_blank"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01:45 · 15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pausa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Estirar las piernas. Quien no tenga cuenta de GitHub, este es el momento.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8A8A8A"/>
                </a:solidFill>
                <a:latin typeface="Menlo"/>
              </a:rPr>
              <a:t>TEORÍA · LO EXPLICO YO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02:00 · 10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la segunda página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Diez minutos de explicación y os suelto media hora.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02:00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duplicar, enlazar, repetir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Para el siguiente proyecto: copias el bloque entero, lo pegas debajo y cambias el texto. Así de aburrido. Así de fiable.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EL FALLO TÍPICO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Añadir el enlace nuevo solo en una de las dos páginas. Desde la otra no se llega, y parece que el enlace está mal cuando lo que falta es repetirlo.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duplicar, enlazar, repetir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60020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&lt;nav&gt;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&lt;a href="index.html"&gt;Inicio&lt;/a&gt;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&lt;a href="proyectos.html"&gt;Proyectos&lt;/a&gt;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&lt;/nav&gt;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duplicar, enlazar, repetir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2148839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7465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&lt;article&gt;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&lt;h3&gt;Cámaras sordas&lt;/h3&gt;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&lt;p&gt;2026 · Gres · Barcelona&lt;/p&gt;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&lt;img src="img/obra-1.jpg" alt="…"&gt;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&lt;p&gt;Dos líneas sobre el proyecto.&lt;/p&gt;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&lt;/article&gt;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6A6418"/>
                </a:solidFill>
                <a:latin typeface="Menlo"/>
              </a:rPr>
              <a:t>PRÁCTICA · LO HACÉIS VOSOTRAS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6A6418"/>
                </a:solidFill>
                <a:latin typeface="Menlo"/>
              </a:rPr>
              <a:t>02:10 · 30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0A0A0A"/>
                </a:solidFill>
                <a:latin typeface="Inknut Antiqua"/>
              </a:rPr>
              <a:t>ejercicio 2 · dos páginas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33300A"/>
                </a:solidFill>
                <a:latin typeface="Iowan Old Style"/>
              </a:rPr>
              <a:t>Duplicar, conectar y montar la página de proyectos con vuestro material.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EJERCICIO 2   ·   30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dos páginas conectadas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1000"/>
              </a:spcBef>
              <a:spcAft>
                <a:spcPts val="400"/>
              </a:spcAft>
            </a:pPr>
            <a:r>
              <a:rPr sz="1000" b="0" i="0" spc="500">
                <a:solidFill>
                  <a:srgbClr val="8A7C14"/>
                </a:solidFill>
                <a:latin typeface="Menlo"/>
              </a:rPr>
              <a:t>HAY QUE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Duplicar index.html y renombrarla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Cambiar el title y vaciar el main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Un article por proyecto, con h3, img y p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El enlace nuevo en el menú de las dos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Ir y volver clicando, sin tocar la barra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400"/>
              </a:spcAft>
            </a:pPr>
            <a:r>
              <a:rPr sz="1000" b="0" i="0" spc="500">
                <a:solidFill>
                  <a:srgbClr val="8A7C14"/>
                </a:solidFill>
                <a:latin typeface="Menlo"/>
              </a:rPr>
              <a:t>PUEDES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Una tercera página (cv.html) con ul y li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La ficha técnica en su propio p class="ficha"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Un hr entre proyectos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Más de dos proyectos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400"/>
              </a:spcAft>
            </a:pPr>
            <a:r>
              <a:rPr sz="1000" b="0" i="0" spc="500">
                <a:solidFill>
                  <a:srgbClr val="8A7C14"/>
                </a:solidFill>
                <a:latin typeface="Menlo"/>
              </a:rPr>
              <a:t>PODRÍAS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figure y figcaption en cada obra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Un id y enlaces #ancla para saltar dentro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details para los textos largos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444444"/>
                </a:solidFill>
                <a:latin typeface="Iowan Old Style"/>
              </a:rPr>
              <a:t>☐  Un iframe con documentación en vídeo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6A6418"/>
                </a:solidFill>
                <a:latin typeface="Menlo"/>
              </a:rPr>
              <a:t>PRÁCTICA · LO HACÉIS VOSOTRAS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6A6418"/>
                </a:solidFill>
                <a:latin typeface="Menlo"/>
              </a:rPr>
              <a:t>02:40 · 10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0A0A0A"/>
                </a:solidFill>
                <a:latin typeface="Inknut Antiqua"/>
              </a:rPr>
              <a:t>publicarla ya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33300A"/>
                </a:solidFill>
                <a:latin typeface="Iowan Old Style"/>
              </a:rPr>
              <a:t>Sí, hoy. Sin entender nada todavía. Para que salgáis por la puerta con una dirección de internet.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02:40   ·   A CIEGAS, YA LO ENTENDEREMOS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seis clics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En github.com, botón New repository.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Nombre mi-web, marca Public, Create.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uploading an existing file.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Arrastra el contenido de tu carpeta, no la carpeta.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Commit changes.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Settings → Pages → Branch: main → Save.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87000"/>
                </a:solidFill>
                <a:latin typeface="Menlo"/>
              </a:rPr>
              <a:t>POR QUÉ HOY Y NO EN LA SESIÓN 3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A0A0A"/>
                </a:solidFill>
                <a:latin typeface="Iowan Old Style"/>
              </a:rPr>
              <a:t>Porque si faltas a la última sesión, no te quedas sin web. Y tener algo público que enseñar hace que los deberes se hagan.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EL ERROR CLÁSICO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Si arrastras la carpeta entera queda mi-web/index.html y da 404. Al abrir el repositorio tienes que ver index.html en la primera pantalla.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02:50 · 10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cierre y encargo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Cada una enseña su pantalla treinta segundos. Y os llevo deberes.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02:50   ·   LO QUE NO VAMOS A HACER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lo que esto no hace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Lo que sí hace: existir para siempre, cargar rápido, no costar nada al mes y no depender de ninguna empresa.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formulario de contacto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Necesita un servidor. Pon tu correo con mailto: — es lo que hace casi todo el mundo y no se rompe nunca.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tienda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Pagos, stock y seguridad son otro proyecto. Enlaza a Bandcamp o Big Cartel.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blog automático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Cada entrada es un archivo que creas a mano. Para tres o cuatro al año, perfecto.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comentarios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Necesitan base de datos y moderación. No.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reservas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Enlaza a una herramienta externa.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EJERCICIO 3   ·   1 HORA · EN CASA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deberes: reunir el material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No hay que programar nada. Es preparar el contenido, que es lo que más tarda y no se puede improvisar en clase. Sin esto, la sesión 2 no cunde.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Tu bio, escrita y revisada.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La ficha de cada proyecto: título, año, técnica, lugar, dos o tres líneas.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Tu CV: exposiciones, formación, lo que quieras incluir.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Dos o tres webs que te gusten. Apunta qué te gusta de cada una.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Entre 5 y 10, en una carpeta.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Reducidas a 1600 píxeles de ancho, con Vista Previa, Paint o squoosh.app.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Sin espacios, sin acentos, en minúsculas: obra-2024.jpg, no Obra 2024.JPG.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OJO CON EL PESO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Una foto de cámara pesa 8 MB y tarda una eternidad. Reducida son 300 KB y se ve igual en pantalla.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8A8A8A"/>
                </a:solidFill>
                <a:latin typeface="Menlo"/>
              </a:rPr>
              <a:t>PARA LLEVARSE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chuleta de html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Todo lo de hoy en una hoja. Para dentro de tres meses, cuando estés sola delante del ordenador.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chuleta ·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37215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¿Has guardado el archivo?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¿Has recargado? Forzada: Cmd+Shift+R o Ctrl+F5.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¿Falta cerrar una etiqueta o una comilla? VS Code lo marca en color.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¿Una imagen no sale? El nombre y el src tienen que coincidir exactamente.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&lt;head&gt;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Lo que no se ve: título de la pestaña, enlace al CSS.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&lt;body&gt;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Lo que sí se ve.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&lt;header&gt;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Cabecera: tu nombre y el menú.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&lt;main&gt;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El contenido propio de cada página.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&lt;footer&gt;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Pie: contacto, créditos.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&lt;article&gt;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Una unidad suelta: un proyecto, una obra.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&lt;a href="cv.html"&gt;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Enlace a otra página tuya.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&lt;a href="https://…"&gt;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A otra web. Necesita el https://.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&lt;a href="mailto:…"&gt;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Abre el programa de correo.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MUESTRARIO   ·   PARA MIRAR POR DENTRO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hecho solo con html y un poco de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Cada una es un único archivo, muy comentado. Ábrelas, mira el código con botón derecho → Ver código fuente, y róbalo.</a:t>
            </a:r>
          </a:p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>
                <a:solidFill>
                  <a:srgbClr val="0A0A0A"/>
                </a:solidFill>
                <a:latin typeface="Inknut Antiqua"/>
                <a:hlinkClick r:id="rId2"/>
              </a:rPr>
              <a:t>→ la web que se explica   </a:t>
            </a:r>
            <a:r>
              <a:rPr sz="1250">
                <a:solidFill>
                  <a:srgbClr val="8A8A8A"/>
                </a:solidFill>
                <a:latin typeface="Iowan Old Style"/>
              </a:rPr>
              <a:t>Pasa el ratón y cada elemento te dice qué es.</a:t>
            </a:r>
          </a:p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>
                <a:solidFill>
                  <a:srgbClr val="0A0A0A"/>
                </a:solidFill>
                <a:latin typeface="Inknut Antiqua"/>
                <a:hlinkClick r:id="rId3"/>
              </a:rPr>
              <a:t>→ cadáver exquisito   </a:t>
            </a:r>
            <a:r>
              <a:rPr sz="1250">
                <a:solidFill>
                  <a:srgbClr val="8A8A8A"/>
                </a:solidFill>
                <a:latin typeface="Iowan Old Style"/>
              </a:rPr>
              <a:t>Generador de frases al azar: listas y un botón mínimo.</a:t>
            </a:r>
          </a:p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>
                <a:solidFill>
                  <a:srgbClr val="0A0A0A"/>
                </a:solidFill>
                <a:latin typeface="Inknut Antiqua"/>
                <a:hlinkClick r:id="rId4"/>
              </a:rPr>
              <a:t>→ archivador de textos   </a:t>
            </a:r>
            <a:r>
              <a:rPr sz="1250">
                <a:solidFill>
                  <a:srgbClr val="8A8A8A"/>
                </a:solidFill>
                <a:latin typeface="Iowan Old Style"/>
              </a:rPr>
              <a:t>Fichas giradas con filtros por etiqueta.</a:t>
            </a:r>
          </a:p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>
                <a:solidFill>
                  <a:srgbClr val="0A0A0A"/>
                </a:solidFill>
                <a:latin typeface="Inknut Antiqua"/>
                <a:hlinkClick r:id="rId5"/>
              </a:rPr>
              <a:t>→ ver las 26   </a:t>
            </a:r>
            <a:r>
              <a:rPr sz="1250">
                <a:solidFill>
                  <a:srgbClr val="8A8A8A"/>
                </a:solidFill>
                <a:latin typeface="Iowan Old Style"/>
              </a:rPr>
              <a:t>El muestrario entero, ordenado por tipo.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lo que te llevas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37215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Dos páginas tuyas, con tu contenido, enlazadas entre sí.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Una web publicada con dirección propia en internet.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La certeza de que esto son archivos de texto en una carpeta.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Los deberes del ejercicio 3, que son los que hacen que la próxima sesión cunda.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 · HTML</dc:title>
  <dc:subject/>
  <dc:creator>meowrhino.studio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